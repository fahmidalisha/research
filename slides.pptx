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Unemployment in India around the COVID-19 lockdown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exploratory analysis of monthly regional data, May 2019 – June 2020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A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·  Method  ·  Results  ·  Takeaway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how big was the shock, and where?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nationwide lockdown began on 24 March 2020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Questions: how much did unemployment rise, how long did it last, and did it differ by region and by rural vs urban area?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Literature: a sharp jump and fast rebound, but falling participation can hide job loss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669280" y="1371600"/>
            <a:ext cx="3017520" cy="2560320"/>
          </a:xfrm>
          <a:prstGeom prst="roundRect">
            <a:avLst>
              <a:gd name="adj" fmla="val 535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0" y="1645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Mar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2560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lockdown starts; it ended on 31 May 2020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in India, May 2019 – Jun 2020  |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Method: simple, transparent, reproducible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after cleaning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371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regions, rural + urban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28016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371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data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Matplotlib, Seaborn; dropped 28 empty rows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pre-COVID (before 1 Mar 2020) with post-COVID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urban vs rural split and a check that drops March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in India, May 2019 – Jun 2020  |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unemployment spiked, then fell back</a:t>
            </a:r>
            <a:endParaRPr lang="en-US" sz="3000" dirty="0"/>
          </a:p>
        </p:txBody>
      </p:sp>
      <p:pic>
        <p:nvPicPr>
          <p:cNvPr id="3" name="Image 0" descr="figures/fig1_monthly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669280" cy="2724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0" y="11887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24.9%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400800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in May 2020, versus 10.0% in Feb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2834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11.9%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June 2020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in India, May 2019 – Jun 2020  |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who was hit hardest</a:t>
            </a:r>
            <a:endParaRPr lang="en-US" sz="3000" dirty="0"/>
          </a:p>
        </p:txBody>
      </p:sp>
      <p:pic>
        <p:nvPicPr>
          <p:cNvPr id="3" name="Image 0" descr="figures/fig4_pre_p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23360" cy="2011680"/>
          </a:xfrm>
          <a:prstGeom prst="rect">
            <a:avLst/>
          </a:prstGeom>
        </p:spPr>
      </p:pic>
      <p:pic>
        <p:nvPicPr>
          <p:cNvPr id="4" name="Image 1" descr="figures/fig3_urban_ru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4023360" cy="19202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unemployment: 9.5% before, 17.8% after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participation: 43.9% before, 39.3% after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2020: 28.4% urban vs 21.2% rural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in India, May 2019 – Jun 2020  |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large gaps between regions</a:t>
            </a:r>
            <a:endParaRPr lang="en-US" sz="3000" dirty="0"/>
          </a:p>
        </p:txBody>
      </p:sp>
      <p:pic>
        <p:nvPicPr>
          <p:cNvPr id="3" name="Image 0" descr="figures/fig2_top10_reg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937760" cy="30906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69280" y="1280160"/>
            <a:ext cx="30175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averages: Tripura 28.4%, Haryana 26.3%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rises (Apr–May vs pre): Puducherry +73.8 pts, Jharkhand +42.8, Tamil Nadu +38.0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Lowest: Meghalaya 4.8%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in India, May 2019 – Jun 2020  |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7863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lockdown brought a sharp, short-lived rise in unemployment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fell too, so June's 11.9% is not a full recovery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Caveats: unweighted averages, short baseline, source not documented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population-weighted data, longer baseline, gender and sector detail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Unemployment in India around COVID-19</dc:title>
  <dc:subject>PptxGenJS Presentation</dc:subject>
  <dc:creator>PptxGenJS</dc:creator>
  <cp:lastModifiedBy>PptxGenJS</cp:lastModifiedBy>
  <cp:revision>1</cp:revision>
  <dcterms:created xsi:type="dcterms:W3CDTF">2026-10-17T14:01:37Z</dcterms:created>
  <dcterms:modified xsi:type="dcterms:W3CDTF">2026-10-17T14:01:37Z</dcterms:modified>
</cp:coreProperties>
</file>